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18288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  <a:latin typeface="Microsoft YaHei"/>
              </a:defRPr>
            </a:pPr>
            <a:r>
              <a:t>图书借阅管理系统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5CCFF"/>
                </a:solidFill>
                <a:latin typeface="Microsoft YaHei"/>
              </a:defRPr>
            </a:pPr>
            <a:r>
              <a:t>C++ 面向对象课程设计项目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这个问题是什么？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场景：高校图书馆的日常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学生去图书馆借书，管理员要登记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学生最多借 5 本，每本 30 天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教师最多借 10 本，每本 60 天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图书逾期罚款 0.5 元/天，杂志 1.0 元/天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不同的人、不同的书，规则都不一样 —— 怎么用一个程序统一管理？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如果用 if-else 写会怎样？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if (role == "学生") max = 5;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else if (role == "教师") max = 10;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// 以后加了"访客"角色呢？所有判断都要改！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代码越写越长，每加一种类型就要改几十处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这不是个好办法，我们需要面向对象的多态来解决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面向对象的思路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定义一个"用户"基类，规定接口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学生和教师各自实现自己的规则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管理代码只和基类打交道，不关心具体类型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新增类型只需加一个派生类，管理代码不用改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这就是继承 + 多态的核心价值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系统能做什么？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系统三大功能模块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① 图书管理 — 添加/删除/搜索/列表 图书和杂志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② 读者管理 — 添加/删除/列表 学生和教师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③ 借阅管理 — 借书/还书/逾期查询/罚款计算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所有操作通过控制台菜单完成，输入 0 退出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演示1：添加馆藏 → 展示列表</a:t>
            </a:r>
          </a:p>
        </p:txBody>
      </p:sp>
      <p:pic>
        <p:nvPicPr>
          <p:cNvPr id="3" name="Picture 2" descr="screen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96696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126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添加《C++ Primer》和《读者》杂志后，Book 和 Magazine 各自用不同的 display() 格式展示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演示2：借书 → 还书 → 查看记录</a:t>
            </a:r>
          </a:p>
        </p:txBody>
      </p:sp>
      <p:pic>
        <p:nvPicPr>
          <p:cNvPr id="3" name="Picture 2" descr="screensh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96696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126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学生借《算法导论》→ 自动设定借期30天 → 还书时自动计算是否逾期 → 借阅记录确认已还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类是怎么设计的？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双继承树 —— User 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User（抽象基类）— 定义纯虚函数接口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├── Student — getMaxBorrow() → 返回 5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└── Teacher — getMaxBorrow() → 返回 10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display() / getBorrowDays() / getRole() 各自重写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双继承树 —— Item 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Item（抽象基类）— 定义纯虚函数接口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├── Book   — calcFine() → 逾期每天 0.5 元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└── Magazine — calcFine() → 逾期每天 1.0 元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display() / getMaxDays() / getType() 各自重写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组合关系 —— Library 管理类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Library 持有三个集合：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▪ vector&lt;User*&gt; users     ← 基类指针，多态管理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▪ vector&lt;Item*&gt; items     ← 基类指针，多态管理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▪ vector&lt;BorrowRecord&gt;    ← 借阅记录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为什么用双继承树？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User 和 Item 是两个完全不同的业务维度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各自有独立的差异化行为，自然分为两个继承体系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Library 通过基类指针操作 → 符合"开闭原则"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新增类型只需加派生类，Library 代码零修改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代码是怎么写的？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文件组织（共 16 个文件）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头文件 (.h)：User, Student, Teacher, Item, Book,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Magazine, BorrowRecord, Library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实现文件 (.cpp)：一一对应 + main.cpp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编译：g++ -std=c++11 -o lib.exe *.cpp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先看整体结构：main.cpp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int main() {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Library lib;    // 创建图书馆对象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lib.run();      // 启动主循环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return 0;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}  // 只有 3 行 —— 所有逻辑都在类里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144000" cy="22860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977640"/>
            <a:ext cx="8778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0F0F0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400"/>
              </a:spcAft>
              <a:defRPr sz="1800">
                <a:solidFill>
                  <a:srgbClr val="F0F0F0"/>
                </a:solidFill>
                <a:latin typeface="Consolas"/>
              </a:defRPr>
            </a:pPr>
            <a:r>
              <a:t>    Library lib;      // 创建图书馆管理对象</a:t>
            </a:r>
          </a:p>
          <a:p>
            <a:pPr>
              <a:spcAft>
                <a:spcPts val="400"/>
              </a:spcAft>
              <a:defRPr sz="1800">
                <a:solidFill>
                  <a:srgbClr val="F0F0F0"/>
                </a:solidFill>
                <a:latin typeface="Consolas"/>
              </a:defRPr>
            </a:pPr>
            <a:r>
              <a:t>    lib.run();        // 进入主菜单循环，直到用户退出</a:t>
            </a:r>
          </a:p>
          <a:p>
            <a:pPr>
              <a:spcAft>
                <a:spcPts val="400"/>
              </a:spcAft>
              <a:defRPr sz="1800">
                <a:solidFill>
                  <a:srgbClr val="F0F0F0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400"/>
              </a:spcAft>
              <a:defRPr sz="18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核心代码①：基类的虚函数声明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User.h — 四个纯虚函数 = 用户接口契约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virtual void display() const = 0;     // =0 表示纯虚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virtual int getMaxBorrow() const = 0; // 派生类必须实现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virtual int getBorrowDays() const = 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9966960" cy="27432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794760"/>
            <a:ext cx="9601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class User {                    // 抽象基类 —— 不能直接实例化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protected:                      // 派生类可直接访问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std::string name, id, phone;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virtual void display() const = 0;       // 纯虚函数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virtual int getMaxBorrow() const = 0;   // =0 强制重写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virtual int getBorrowDays() const = 0;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virtual std::string getRole() const = 0;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核心代码②：派生类怎么重写？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Student 重写 getMaxBorrow() → return 5;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Teacher 重写 getMaxBorrow() → return 10;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同样的函数名，不同的返回值 —— 各自"自带"规则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override 关键字 → 编译器帮你检查签名是否匹配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9966960" cy="25603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79476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// Student.cpp</a:t>
            </a: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Student::getMaxBorrow() const { return 5; }   // 学生5本</a:t>
            </a: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Student::getBorrowDays() const { return 30; } // 借30天</a:t>
            </a: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// Teacher.cpp</a:t>
            </a: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Teacher::getMaxBorrow() const { return 10; }  // 教师10本</a:t>
            </a:r>
          </a:p>
          <a:p>
            <a:pPr>
              <a:spcAft>
                <a:spcPts val="4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Teacher::getBorrowDays() const { return 60; } // 借60天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核心代码③：多态怎么简化上层逻辑？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借书函数 borrowItem() 是理解多态的最佳入口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Library 通过 User* 调用 getMaxBorrow()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实际返回 5 还是 10，由对象真实类型决定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Library 不需要 if-else 判断读者身份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3108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void Library::borrowItem() {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User* u = findUser(userId);     // 返回 User*，不知道具体类型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Item* it = findItem(isbn);       // 同上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// ★ 多态调用：Student 返回 5，Teacher 返回 10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if (countBorrowedBy(userId) &gt;= u-&gt;getMaxBorrow()) {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  cout &lt;&lt; u-&gt;getRole() &lt;&lt; "已达借阅上限！" &lt;&lt; endl;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// ★ 多态调用：Student 返回 30，Teacher 返回 60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int days = u-&gt;getBorrowDays();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records.push_back(BorrowRecord(u, it, today, days));</a:t>
            </a:r>
          </a:p>
          <a:p>
            <a:pPr>
              <a:spcAft>
                <a:spcPts val="4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多态的威力：加一种新类型试试？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假设要加"访客"（最多借 2 本，借 7 天）：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1. 新建 Visitor.h / Visitor.cpp，继承 User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2. 重写 4 个虚函数（2本/7天/"访客"）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3. 在菜单里加一个"添加访客"选项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borrowItem() 一行代码都不用改！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踩过什么坑？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问题：悬空指针导致程序崩溃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BorrowRecord 持有 User* 和 Item* 指针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Library 析构时先 delete 了所有 User 和 Item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但 BorrowRecord 里的指针还指向已释放的内存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退出时随机崩溃，最难排查的 bug 类型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怎么定位的？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1. 析构函数中加日志，打印每个 delete 的地址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2. 分别测试：不删数据 / 正常删 / 删后操作 三种场景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3. 发现崩溃只出现在"删除读者后退出"的情况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锁定问题：删了人，但借阅记录还指着这个人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解决方案：删除前检查关联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deleteUser() 中加检查：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if (countBorrowedBy(id) &gt; 0) {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  cout &lt;&lt; "该读者有未还的书，无法删除！";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  return;  // 拒绝删除，而非崩溃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也可以改用 shared_ptr，但对课程设计来说过度设计了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9966960" cy="22860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519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void Library::deleteUser() {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// ...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if (countBorrowedBy(id) &gt; 0) {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    cout &lt;&lt; "该读者尚有未归还的图书，无法删除！" &lt;&lt; endl;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    return;  // ★ 关键：拒绝删除 → 防止悬空指针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    delete *it;   // 安全：确认没有关联记录后才释放</a:t>
            </a:r>
          </a:p>
          <a:p>
            <a:pPr>
              <a:spcAft>
                <a:spcPts val="400"/>
              </a:spcAft>
              <a:defRPr sz="16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总结与收获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双继承树设计 — User + Item 两个抽象体系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7 个类、4 个派生类、全部重写基类虚函数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Library 通过 vector&lt;基类*&gt; 统一管理 — 多态典范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借还书 + 逾期罚款完整流程，真实业务场景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不足与改进方向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未做数据持久化（关闭程序数据丢失）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日期计算用了近似算法（每月 30 天）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可以加 Qt / EasyX 做图形界面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可以加"预约"功能，增加管理员角色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最大收获：理解"依赖抽象"的价值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多态不是语法糖，是架构设计原则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上层代码依赖抽象接口，具体行为由下层决定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新增类型只需加派生类 ← 这就是"开闭原则"</a:t>
            </a:r>
          </a:p>
          <a:p>
            <a:pPr>
              <a:spcAft>
                <a:spcPts val="2240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继承不是越多越好，业务驱动设计才合理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18288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5CCFF"/>
                </a:solidFill>
                <a:latin typeface="Microsoft YaHei"/>
              </a:defRPr>
            </a:pPr>
            <a:r>
              <a:t>完整代码：github.com/hhh6996/cpp-library-management-system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