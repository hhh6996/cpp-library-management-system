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3333000" cy="75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18288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0"/>
                </a:solidFill>
                <a:latin typeface="Microsoft YaHei"/>
              </a:defRPr>
            </a:pPr>
            <a:r>
              <a:t>图书借阅管理系统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5CCFF"/>
                </a:solidFill>
                <a:latin typeface="Microsoft YaHei"/>
              </a:defRPr>
            </a:pPr>
            <a:r>
              <a:t>C++ 面向对象课程设计项目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这个问题是什么？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图书馆借阅——不同的人，不同的规则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学生：最多借 5 本，每本 30 天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教师：最多借 10 本，每本 60 天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图书逾期罚款 0.5 元/天，杂志 1.0 元/天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每种类型的规则都不一样，怎么用一个程序统一管理？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如果全用 if-else……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if (role == "学生") max = 5;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else if (role == "教师") max = 10;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// 以后加"访客"？加"管理员"？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每加一种类型，几十处判断都要改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用面向对象解决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① 定义"读者"基类，规定接口（能借几本？借多久？）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② 学生和教师各自实现自己的规则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③ 管理代码只和基类打交道，不关心具体类型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加新类型只需加一个派生类，管理代码不用改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系统能做什么？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三大功能模块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① 图书管理 — 添加/删除/搜索 图书和杂志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② 读者管理 — 添加/删除 学生和教师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③ 借阅管理 — 借书/还书/逾期查询/罚款计算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控制台菜单操作，输入 0 退出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演示1：添加馆藏 → 展示列表</a:t>
            </a:r>
          </a:p>
        </p:txBody>
      </p:sp>
      <p:pic>
        <p:nvPicPr>
          <p:cNvPr id="3" name="Picture 2" descr="screensho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图书(C++ Primer)和杂志(读者)各自用不同的 display() 格式展示 —— 多态效果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演示2：借书 → 还书 → 查看记录</a:t>
            </a:r>
          </a:p>
        </p:txBody>
      </p:sp>
      <p:pic>
        <p:nvPicPr>
          <p:cNvPr id="3" name="Picture 2" descr="screensho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10698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97280" y="6217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88"/>
                </a:solidFill>
                <a:latin typeface="Microsoft YaHei"/>
              </a:defRPr>
            </a:pPr>
            <a:r>
              <a:t>学生于杭借《算法导论》→ 自动设定借期30天 → 还书自动算逾期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类是怎么设计的？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双继承树设计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User（抽象基类）→ Student / Teacher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├── getMaxBorrow() → 学生5本 / 教师10本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└── getBorrowDays() → 学生30天 / 教师60天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Item（抽象基类）→ Book / Magazine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├── calcFine() → 图书0.5元/天 / 杂志1.0元/天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└── getMaxDays() → 图书30天 / 杂志15天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Library 管理类 —— 多态的核心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vector&lt;User*&gt; users     ← 基类指针，统一管理所有读者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vector&lt;Item*&gt; items     ← 基类指针，统一管理所有馆藏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borrowItem() 中只需调用 u-&gt;getMaxBorrow()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Student 返回 5，Teacher 返回 10，全自动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4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代码讲解（切换到 IDE）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三段核心代码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① 基类虚函数声明 → User.h 第 15-18 行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② 派生类重写 → Student.cpp vs Teacher.cpp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③ 多态调用 → Library.cpp borrowItem() 第 353 行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同时讲解踩坑经历 → deleteUser 悬空指针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踩过什么坑？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问题：悬空指针导致程序崩溃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BorrowRecord 持有 User* 指向 Library 中的对象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删除读者时只检查了"未归还"记录就放行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但已归还的借阅记录仍持有指向被删 User 的指针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→ 之后再查看记录，访问已释放内存，程序崩溃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定位 &amp; 修复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定位：析构函数中加日志打印每个 delete 的地址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  发现崩溃地址与已删除对象的地址匹配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修复：删除前检查所有借阅记录（含已归还）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      有关联记录 → 拒绝删除，防止悬空指针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54864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CC00"/>
                </a:solidFill>
                <a:latin typeface="Microsoft YaHei"/>
              </a:defRPr>
            </a:pPr>
            <a:r>
              <a:t>Part 6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377440"/>
            <a:ext cx="9144000" cy="3657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65176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0F0F0"/>
                </a:solidFill>
                <a:latin typeface="Microsoft YaHei"/>
              </a:defRPr>
            </a:pPr>
            <a:r>
              <a:t>总结与收获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项目亮点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双继承树 — User 体系 + Item 体系，两个抽象维度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7 个类、4 个派生类、全部重写基类虚函数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基类指针 vector&lt;User*&gt; + vector&lt;Item*&gt; 统一管理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完整的借书→还书→逾期罚款业务闭环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不足 &amp; 改进方向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未做数据持久化（关闭程序数据丢失 → 可加文件读写）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日期用了近似算法（每月30天 → 可改用精确日期库）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没有管理员角色（可加 Admin 类，不同菜单权限）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▪ 控制台界面（将来可用 Qt 做图形界面）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0" y="685800"/>
            <a:ext cx="73152" cy="502920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0" y="64008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CC00"/>
                </a:solidFill>
                <a:latin typeface="Microsoft YaHei"/>
              </a:defRPr>
            </a:pPr>
            <a:r>
              <a:t>最大收获：理解"依赖抽象"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0" y="1828800"/>
            <a:ext cx="9144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"上层代码依赖抽象接口，具体行为由下层决定"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加新类型只需加派生类 → 这就是"开闭原则"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多态不是语法糖，是架构设计原则</a:t>
            </a:r>
          </a:p>
          <a:p>
            <a:pPr>
              <a:spcAft>
                <a:spcPts val="1959"/>
              </a:spcAft>
              <a:defRPr sz="2800">
                <a:solidFill>
                  <a:srgbClr val="F0F0F0"/>
                </a:solidFill>
                <a:latin typeface="Microsoft YaHei"/>
              </a:defRPr>
            </a:pPr>
            <a:r>
              <a:t>继承不是越多越好，业务需求驱动设计才合理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371600" y="2560320"/>
            <a:ext cx="1828800" cy="54864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F0F0"/>
                </a:solidFill>
                <a:latin typeface="Microsoft YaHei"/>
              </a:defRPr>
            </a:pPr>
            <a: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5CCFF"/>
                </a:solidFill>
                <a:latin typeface="Microsoft YaHei"/>
              </a:defRPr>
            </a:pPr>
            <a:r>
              <a:t>github.com/hhh6996/cpp-library-management-system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